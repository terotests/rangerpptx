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diagrams/colors1.xml><?xml version="1.0" encoding="utf-8"?>
<dgm:colorsDef xmlns:dgm="http://schemas.openxmlformats.org/drawingml/2006/diagram"/>
</file>

<file path=ppt/diagrams/data1.xml><?xml version="1.0" encoding="utf-8"?>
<dgm:dataModel xmlns:dgm="http://schemas.openxmlformats.org/drawingml/2006/diagram" xmlns:a="http://schemas.openxmlformats.org/drawingml/2006/main">
  <dgm:ptLst>
    <dgm:pt modelId="{D}" type="doc">
      <dgm:prSet loTypeId="urn:microsoft.com/office/officeart/2005/8/layout/process1" qsTypeId="urn:microsoft.com/office/officeart/2005/8/quickstyle/simple1" csTypeId="urn:microsoft.com/office/officeart/2005/8/colors/accent1_2"/>
      <dgm:spPr/>
      <dgm:t>
        <a:bodyPr/>
        <a:lstStyle/>
        <a:p>
          <a:endParaRPr lang="en-US"/>
        </a:p>
      </dgm:t>
    </dgm:pt>
    <dgm:pt modelId="{N0}">
      <dgm:prSet phldrT="[Text]"/>
      <dgm:spPr/>
      <dgm:t>
        <a:bodyPr/>
        <a:lstStyle/>
        <a:p>
          <a:r>
            <a:rPr lang="en-US"/>
            <a:t>Plan</a:t>
          </a:r>
        </a:p>
      </dgm:t>
    </dgm:pt>
    <dgm:pt modelId="{P0}" type="parTrans" cxnId="{C0}">
      <dgm:prSet/>
      <dgm:spPr/>
    </dgm:pt>
    <dgm:pt modelId="{S0}" type="sibTrans" cxnId="{C0}">
      <dgm:prSet/>
      <dgm:spPr/>
    </dgm:pt>
    <dgm:pt modelId="{N1}">
      <dgm:prSet phldrT="[Text]"/>
      <dgm:spPr/>
      <dgm:t>
        <a:bodyPr/>
        <a:lstStyle/>
        <a:p>
          <a:r>
            <a:rPr lang="en-US"/>
            <a:t>Build</a:t>
          </a:r>
        </a:p>
      </dgm:t>
    </dgm:pt>
    <dgm:pt modelId="{P1}" type="parTrans" cxnId="{C1}">
      <dgm:prSet/>
      <dgm:spPr/>
    </dgm:pt>
    <dgm:pt modelId="{S1}" type="sibTrans" cxnId="{C1}">
      <dgm:prSet/>
      <dgm:spPr/>
    </dgm:pt>
    <dgm:pt modelId="{N2}">
      <dgm:prSet phldrT="[Text]"/>
      <dgm:spPr/>
      <dgm:t>
        <a:bodyPr/>
        <a:lstStyle/>
        <a:p>
          <a:r>
            <a:rPr lang="en-US"/>
            <a:t>Ship</a:t>
          </a:r>
        </a:p>
      </dgm:t>
    </dgm:pt>
    <dgm:pt modelId="{P2}" type="parTrans" cxnId="{C2}">
      <dgm:prSet/>
      <dgm:spPr/>
    </dgm:pt>
    <dgm:pt modelId="{S2}" type="sibTrans" cxnId="{C2}">
      <dgm:prSet/>
      <dgm:spPr/>
    </dgm:pt>
  </dgm:ptLst>
  <dgm:cxnLst>
    <dgm:cxn modelId="{C0}" srcId="{D}" destId="{N0}" srcOrd="0" destOrd="0" parTransId="{P0}" sibTransId="{S0}"/>
    <dgm:cxn modelId="{C1}" srcId="{D}" destId="{N1}" srcOrd="1" destOrd="0" parTransId="{P1}" sibTransId="{S1}"/>
    <dgm:cxn modelId="{C2}" srcId="{D}" destId="{N2}" srcOrd="2" destOrd="0" parTransId="{P2}" sibTransId="{S2}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}" type="doc">
      <dgm:prSet loTypeId="urn:microsoft.com/office/officeart/2005/8/layout/process1" qsTypeId="urn:microsoft.com/office/officeart/2005/8/quickstyle/simple1" csTypeId="urn:microsoft.com/office/officeart/2005/8/colors/accent1_2"/>
      <dgm:spPr/>
      <dgm:t>
        <a:bodyPr/>
        <a:lstStyle/>
        <a:p>
          <a:endParaRPr lang="en-US"/>
        </a:p>
      </dgm:t>
    </dgm:pt>
    <dgm:pt modelId="{N0}">
      <dgm:prSet phldrT="[Text]"/>
      <dgm:spPr/>
      <dgm:t>
        <a:bodyPr/>
        <a:lstStyle/>
        <a:p>
          <a:r>
            <a:rPr lang="en-US"/>
            <a:t>Ask</a:t>
          </a:r>
        </a:p>
      </dgm:t>
    </dgm:pt>
    <dgm:pt modelId="{P0}" type="parTrans" cxnId="{C0}">
      <dgm:prSet/>
      <dgm:spPr/>
    </dgm:pt>
    <dgm:pt modelId="{S0}" type="sibTrans" cxnId="{C0}">
      <dgm:prSet/>
      <dgm:spPr/>
    </dgm:pt>
    <dgm:pt modelId="{N1}">
      <dgm:prSet phldrT="[Text]"/>
      <dgm:spPr/>
      <dgm:t>
        <a:bodyPr/>
        <a:lstStyle/>
        <a:p>
          <a:r>
            <a:rPr lang="en-US"/>
            <a:t>Answer</a:t>
          </a:r>
        </a:p>
      </dgm:t>
    </dgm:pt>
    <dgm:pt modelId="{P1}" type="parTrans" cxnId="{C1}">
      <dgm:prSet/>
      <dgm:spPr/>
    </dgm:pt>
    <dgm:pt modelId="{S1}" type="sibTrans" cxnId="{C1}">
      <dgm:prSet/>
      <dgm:spPr/>
    </dgm:pt>
  </dgm:ptLst>
  <dgm:cxnLst>
    <dgm:cxn modelId="{C0}" srcId="{D}" destId="{N0}" srcOrd="0" destOrd="0" parTransId="{P0}" sibTransId="{S0}"/>
    <dgm:cxn modelId="{C1}" srcId="{D}" destId="{N1}" srcOrd="1" destOrd="0" parTransId="{P1}" sibTransId="{S1}"/>
  </dgm:cxnLst>
  <dgm:bg/>
  <dgm:whole/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R0}">
      <dsp:nvSpPr>
        <dsp:cNvPr id="0" name=""/>
        <dsp:cNvSpPr/>
      </dsp:nvSpPr>
      <dsp:spPr>
        <a:xfrm>
          <a:off x="0" y="270000"/>
          <a:ext cx="1600000" cy="960000"/>
        </a:xfrm>
        <a:prstGeom prst="roundRect">
          <a:avLst/>
        </a:prstGeom>
        <a:solidFill>
          <a:schemeClr val="accent1"/>
        </a:solidFill>
        <a:ln w="12700">
          <a:solidFill>
            <a:schemeClr val="lt1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Plan</a:t>
          </a:r>
        </a:p>
      </dsp:txBody>
    </dsp:sp>
    <dsp:sp modelId="{A0}">
      <dsp:nvSpPr>
        <dsp:cNvPr id="0" name=""/>
        <dsp:cNvSpPr/>
      </dsp:nvSpPr>
      <dsp:spPr>
        <a:xfrm>
          <a:off x="1754000" y="550000"/>
          <a:ext cx="340000" cy="400000"/>
        </a:xfrm>
        <a:prstGeom prst="rightArrow">
          <a:avLst/>
        </a:prstGeom>
        <a:solidFill>
          <a:schemeClr val="accent1"/>
        </a:solidFill>
        <a:ln w="12700">
          <a:solidFill>
            <a:schemeClr val="lt1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R1}">
      <dsp:nvSpPr>
        <dsp:cNvPr id="0" name=""/>
        <dsp:cNvSpPr/>
      </dsp:nvSpPr>
      <dsp:spPr>
        <a:xfrm>
          <a:off x="2248000" y="270000"/>
          <a:ext cx="1600000" cy="960000"/>
        </a:xfrm>
        <a:prstGeom prst="roundRect">
          <a:avLst/>
        </a:prstGeom>
        <a:solidFill>
          <a:schemeClr val="accent1"/>
        </a:solidFill>
        <a:ln w="12700">
          <a:solidFill>
            <a:schemeClr val="lt1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Build</a:t>
          </a:r>
        </a:p>
      </dsp:txBody>
    </dsp:sp>
    <dsp:sp modelId="{A1}">
      <dsp:nvSpPr>
        <dsp:cNvPr id="0" name=""/>
        <dsp:cNvSpPr/>
      </dsp:nvSpPr>
      <dsp:spPr>
        <a:xfrm>
          <a:off x="4002000" y="550000"/>
          <a:ext cx="340000" cy="400000"/>
        </a:xfrm>
        <a:prstGeom prst="rightArrow">
          <a:avLst/>
        </a:prstGeom>
        <a:solidFill>
          <a:schemeClr val="accent1"/>
        </a:solidFill>
        <a:ln w="12700">
          <a:solidFill>
            <a:schemeClr val="lt1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R2}">
      <dsp:nvSpPr>
        <dsp:cNvPr id="0" name=""/>
        <dsp:cNvSpPr/>
      </dsp:nvSpPr>
      <dsp:spPr>
        <a:xfrm>
          <a:off x="4496000" y="270000"/>
          <a:ext cx="1600000" cy="960000"/>
        </a:xfrm>
        <a:prstGeom prst="roundRect">
          <a:avLst/>
        </a:prstGeom>
        <a:solidFill>
          <a:schemeClr val="accent1"/>
        </a:solidFill>
        <a:ln w="12700">
          <a:solidFill>
            <a:schemeClr val="lt1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Ship</a:t>
          </a:r>
        </a:p>
      </dsp:txBody>
    </dsp:sp>
  </dsp:spTree>
</dsp:drawing>
</file>

<file path=ppt/diagrams/layout1.xml><?xml version="1.0" encoding="utf-8"?>
<dgm:layoutDef xmlns:dgm="http://schemas.openxmlformats.org/drawingml/2006/diagram"/>
</file>

<file path=ppt/diagrams/quickStyle1.xml><?xml version="1.0" encoding="utf-8"?>
<dgm:styleDef xmlns:dgm="http://schemas.openxmlformats.org/drawingml/2006/diagram"/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diagramData" Target="../diagrams/data1.xml"/>
  <Relationship Id="rId11" Type="http://schemas.openxmlformats.org/officeDocument/2006/relationships/diagramLayout" Target="../diagrams/layout1.xml"/>
  <Relationship Id="rId12" Type="http://schemas.openxmlformats.org/officeDocument/2006/relationships/diagramQuickStyle" Target="../diagrams/quickStyle1.xml"/>
  <Relationship Id="rId13" Type="http://schemas.openxmlformats.org/officeDocument/2006/relationships/diagramColors" Target="../diagrams/colors1.xml"/>
  <Relationship Id="rId14" Type="http://schemas.microsoft.com/office/2007/relationships/diagramDrawing" Target="../diagrams/drawing1.xml"/>
  <Relationship Id="rId15" Type="http://schemas.openxmlformats.org/officeDocument/2006/relationships/diagramData" Target="../diagrams/data2.xml"/>
  <Relationship Id="rId16" Type="http://schemas.openxmlformats.org/officeDocument/2006/relationships/diagramLayout" Target="../diagrams/layout1.xml"/>
  <Relationship Id="rId17" Type="http://schemas.openxmlformats.org/officeDocument/2006/relationships/diagramQuickStyle" Target="../diagrams/quickStyle1.xml"/>
  <Relationship Id="rId18" Type="http://schemas.openxmlformats.org/officeDocument/2006/relationships/diagramColors" Target="../diagrams/colors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Heading"/>
          <p:cNvSpPr txBox="1"/>
          <p:nvPr/>
        </p:nvSpPr>
        <p:spPr>
          <a:xfrm>
            <a:off x="457200" y="300000"/>
            <a:ext cx="8000000" cy="800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200" dirty="0">
                <a:solidFill>
                  <a:schemeClr val="dk1"/>
                </a:solidFill>
                <a:latin typeface="Calibri"/>
              </a:rPr>
              <a:t xml:space="preserve">SmartArt</a:t>
            </a:r>
          </a:p>
        </p:txBody>
      </p:sp>
      <p:graphicFrame>
        <p:nvGraphicFramePr>
          <p:cNvPr id="3" name="Process"/>
          <p:cNvGraphicFramePr/>
          <p:nvPr/>
        </p:nvGraphicFramePr>
        <p:xfrm>
          <a:off x="1524000" y="1600000"/>
          <a:ext cx="6096000" cy="15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4" name="NoDrawing"/>
          <p:cNvGraphicFramePr/>
          <p:nvPr/>
        </p:nvGraphicFramePr>
        <p:xfrm>
          <a:off x="1524000" y="3600000"/>
          <a:ext cx="6096000" cy="15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